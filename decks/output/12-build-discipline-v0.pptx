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t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The Build Discipline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Spec, plan, execute — every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The polish you can feel is the by-product of a process you can read.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12 · The Build Discipline · 03/14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Every feature has a spec.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Before code, a written design. Before tasks, an approved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12 · The Build Discipline · 04/14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spec/plan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S28-docs-tree.png]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One spec per feature.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One plan per spec.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Both committed to the repo.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docs/superpowers/, captured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12 · The Build Discipline · 05/14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A representative spec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S29-spec-rendered.png]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Goal, architecture,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Approved by the user before any code is touched.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Lives in the repo forever — audit trail by default.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docs/superpowers/specs/2026-04-18-security-hardening-design.md.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12 · The Build Discipline · 06/14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A representative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S30-plan-rendered.png]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Atomic tasks — 2 to 5 minutes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Test before code where it makes sense.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Commit after every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docs/superpowers/plans/...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12 · The Build Discipline · 07/14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&lt;N14&gt;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Design specs in the repo. Each one a feature shipped with intention.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12 · The Build Discipline · 08/14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The retrace fix was specced, planned, executed.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Geofence precision — a single 30-minute design conversation, then atomic tasks until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12 · The Build Discipline · 09/14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retrace fix in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S17-geofence-commit.png]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Spec written, plan written, commit landed — same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Reviewable as a unit.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Reversible if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Commit 59b564a.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12 · The Build Discipline ·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Lines of TypeScript across packages/.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&lt;N15&gt; lines. Strict mode throughout. No `any` without justification.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12 · The Build Discipline ·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The discipline is the moat.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Another team could ship the same features. They couldn't ship them this carefully without writing it down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12 · The Build Discipline ·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The system is good because the process was patient.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github.com/ghwmelite-dotcom/OHCS-SmartGate-Staff-Attendance-System/tree/main/docs/superpowers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04 · Security &amp;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07 · GPS Geofence 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12 · The Build Discipline ·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