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strip-t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0" y="6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6B22"/>
                </a:solidFill>
                <a:latin typeface="DM San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200000"/>
            <a:ext cx="10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E1411"/>
                </a:solidFill>
                <a:latin typeface="Playfair Display"/>
              </a:rPr>
              <a:t>Security &amp; Trust</a:t>
            </a:r>
          </a:p>
        </p:txBody>
      </p:sp>
      <p:pic>
        <p:nvPicPr>
          <p:cNvPr id="5" name="Picture 4" descr="gold-deco-hair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000" y="3900000"/>
            <a:ext cx="400000" cy="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000" y="410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714"/>
                </a:solidFill>
                <a:latin typeface="DM Sans"/>
              </a:rPr>
              <a:t>How SmartGate keeps OHCS data safe — by design, not by hope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2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For: Executive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2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v0 · 2026-05-28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000" y="2800000"/>
            <a:ext cx="89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6F1E7"/>
                </a:solidFill>
                <a:latin typeface="Playfair Display"/>
              </a:rPr>
              <a:t>Trust isn't a feature. It's a side-effect of a hundred small decisions made carefully.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80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411"/>
                </a:solidFill>
                <a:latin typeface="Playfair Display"/>
              </a:rPr>
              <a:t>What you'll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04 · Security &amp; Trust · 03/17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Twelve security fixes. One quarter.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Logged together as a single hardening sweep across OTP exposure, PIN timing, CORS, photo auth, RBAC, and rate 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04 · Security &amp; Trust · 04/17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The hardening sweep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S19-security-fixes-list.png]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Each fix has a written spec and a tested fix.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The list is in the repo — not a slide deck.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Every fix shipped within 30 days of being filed.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Source — docs/superpowers/specs/2026-04-18-security-hardening-design.md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04 · Security &amp; Trust · 05/17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PIN verification runs in constant time.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No length leaks. No timing oracles. Byte-wise XOR comparison.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04 · Security &amp; Trust · 06/17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Constant-time PIN compare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S20-rbac-middleware.png]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PINs are SHA-256 hashed at rest.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Comparison cannot short-circuit on first mismatch.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Same time to fail whether your PIN is right or wrong.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packages/api/src/services/auth — verifyPin()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04 · Security &amp; Trust · 07/17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Web Push, self-hosted from scratch.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VAPID JWT signing, RFC 8291 aes128gcm encryption — via Web Crypto API in a Worker.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04 · Security &amp; Trust · 08/17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Zero third-party push dependencies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S18-webpush-code.png]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No FCM, no OneSignal, no proxy.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VAPID private key is a Worker secret.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Push payload encrypted end-to-end per subscription.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packages/api/src/lib/webpush.ts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04 · Security &amp; Trust · 09/17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0" y="1500000"/>
            <a:ext cx="105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0" b="1">
                <a:solidFill>
                  <a:srgbClr val="C9A14A"/>
                </a:solidFill>
                <a:latin typeface="Playfair Display"/>
              </a:rPr>
              <a:t>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53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6F1E7"/>
                </a:solidFill>
                <a:latin typeface="DM Sans"/>
              </a:rPr>
              <a:t>Third-party push services in the delivery path. Zero.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04 · Security &amp; Trust · 10/17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Role-based access, centralised.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One requireRole guard. Six roles. Every authenticated endpoint passes through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04 · Security &amp; Trust · 11/17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Six roles, one guard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S20-rbac-middleware.png]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superadmin, admin, director, receptionist, it, staff.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Routes declare required role inline.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Drift is detectable — every endpoint exercises the guard.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packages/api/src/lib/require-role.ts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04 · Security &amp; Trust · 12/17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Login attempts are rate-limited at the edge.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KV-backed counters per email, per IP, per staff ID. Brute force has nowhere to land.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04 · Security &amp; Trust · 13/17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Rate-limit hit, surfaced to the user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S33-ratelimit-hit.png]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/auth/login, /auth/verify, /auth/pin-login all gated.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Cloudflare KV stores hit counts with TTL.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Counters reset cleanly — no false lockouts.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Captured from staff-attendance.pages.dev DevTools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04 · Security &amp; Trust · 14/17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Migrations are tracked, not whispered.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An applied_migrations table records every schema change. The runner is superadmin-only.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04 · Security &amp; Trust · 15/17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000" y="2800000"/>
            <a:ext cx="89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6F1E7"/>
                </a:solidFill>
                <a:latin typeface="Playfair Display"/>
              </a:rPr>
              <a:t>Security shipped in the dark is security that erodes. SmartGate's was shipped in writing.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80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411"/>
                </a:solidFill>
                <a:latin typeface="Playfair Display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20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6B22"/>
                </a:solidFill>
                <a:latin typeface="DM Sans"/>
              </a:rPr>
              <a:t>Live URLs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25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staff-attendance.pages.dev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000" y="29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ohcs-smartgate.pages.dev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33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github.com/ghwmelite-dotcom/OHCS-SmartGate-Staff-Attendance-System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0" y="20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6B22"/>
                </a:solidFill>
                <a:latin typeface="DM Sans"/>
              </a:rPr>
              <a:t>Related decks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0" y="25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Deck 06 · The Notifications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0" y="29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Deck 12 · The Build Discipline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63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6B22"/>
                </a:solidFill>
                <a:latin typeface="DM Sans"/>
              </a:rPr>
              <a:t>Built on Cloudflare's edge · Designed in the Kente Executive 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04 · Security &amp; Trust · 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