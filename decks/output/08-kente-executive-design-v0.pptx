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t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Kente Executive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A civic design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Design isn't decoration. It's how a public-sector app says "this is yours".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Playfair Display sets the tone.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A display serif with editorial confidence. Used for titles, statements, hero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DM Sans does the work.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A neutral, readable sans for body, captions, UI. Stays out of the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type pair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S27-type-pair.png]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Playfair Display Bold — 60pt covers, 44pt statements.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DM Sans Regular — 18pt body, 11pt captions.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One serif, one sans. Never a third.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Specimen sheet, this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Six colours do all the work.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Ink-deep, cream-page, gold-signature, gold-deep, green-SmartGate, neutral-line. No rainbow. No drift.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Kente is the anchor.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A 12px accent strip on every body slide. Different pattern per tier. Always present.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Distinct PWA icons — the same idea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S24-home-screen-icons.png]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Green clock badge for Staff Attendance.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Gold user-plus badge for SmartGate.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The brand crosses from PPTX to home screen.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iOS home screen, both apps installed.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Motion has meaning.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Rotating logo ring, magnetic-hover clock buttons, gold confetti on success. Respects prefers-reduced-motion.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Confetti on successful clock-in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S26-confetti-burst.png]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Triggered on clock-in success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Gold particles, short duration.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Disabled when reduced motion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Clock page, post-success.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One sentence from the designer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S25-clock-page-hero.png]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"&lt;Q06&gt;"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Designer quote, in-context.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design is the audit trail.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Every visual decision is specced, planned, and executed in `docs/superpowers/`.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Kente Executive isn't a theme. It's how OHCS shows up in pixels.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ohcs-smartgate.pages.dev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12 · The Build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10 · The Staff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08 · Kente Executive Design ·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