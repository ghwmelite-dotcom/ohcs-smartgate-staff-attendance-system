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strip-t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0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0" y="600000"/>
            <a:ext cx="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6B22"/>
                </a:solidFill>
                <a:latin typeface="DM San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2200000"/>
            <a:ext cx="105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0E1411"/>
                </a:solidFill>
                <a:latin typeface="Playfair Display"/>
              </a:rPr>
              <a:t>Kente Executive</a:t>
            </a:r>
          </a:p>
        </p:txBody>
      </p:sp>
      <p:pic>
        <p:nvPicPr>
          <p:cNvPr id="5" name="Picture 4" descr="gold-deco-hair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000" y="3900000"/>
            <a:ext cx="400000" cy="2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000" y="410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714"/>
                </a:solidFill>
                <a:latin typeface="DM Sans"/>
              </a:rPr>
              <a:t>A civic design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2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For: Executive Leadership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2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v0 · 2026-05-28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texture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00000" y="2800000"/>
            <a:ext cx="89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6F1E7"/>
                </a:solidFill>
                <a:latin typeface="Playfair Display"/>
              </a:rPr>
              <a:t>Design isn't decoration. It's how a public-sector app says "this is yours".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0000" y="800000"/>
            <a:ext cx="10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1411"/>
                </a:solidFill>
                <a:latin typeface="Playfair Display"/>
              </a:rPr>
              <a:t>What you'll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08 · Kente Executive Design · 03/16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Playfair Display sets the tone.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A display serif with editorial confidence. Used for titles, statements, hero numbers.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08 · Kente Executive Design · 04/16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DM Sans does the work.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A neutral, readable sans for body, captions, UI. Stays out of the 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08 · Kente Executive Design · 05/16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The type pair in practice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S27-type-pair.png]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Playfair Display Bold — 60pt covers, 44pt statements.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DM Sans Regular — 18pt body, 11pt captions.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One serif, one sans. Never a third.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Specimen sheet, this deck.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08 · Kente Executive Design · 06/16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Six colours do all the work.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Ink-deep, cream-page, gold-signature, gold-deep, green-SmartGate, neutral-line. No rainbow. No drift.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08 · Kente Executive Design · 07/16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Gold is the signature.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One colour — #C9A14A — connects every deck, every screen, every page.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08 · Kente Executive Design · 08/16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Kente is the anchor.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A 12px accent strip on every body slide. Different pattern per tier. Always present.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08 · Kente Executive Design · 09/16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Distinct PWA icons — the same idea on a phone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S24-home-screen-icons.png]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Green clock badge for Staff Attendance.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Gold user-plus badge for SmartGate.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The brand crosses from PPTX to home screen.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iOS home screen, both apps installed.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08 · Kente Executive Design · 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Motion has meaning.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Rotating logo ring, magnetic-hover clock buttons, gold confetti on success. Respects prefers-reduced-motion.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08 · Kente Executive Design · 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Confetti on successful clock-in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S26-confetti-burst.png]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Triggered on clock-in success only.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Gold particles, short duration.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Disabled when reduced motion is 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Clock page, post-success.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08 · Kente Executive Design · 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One sentence from the designer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S25-clock-page-hero.png]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"&lt;Q06&gt;"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Designer quote, in-context.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08 · Kente Executive Design · 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The design is the audit trail.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Every visual decision is specced, planned, and executed in `docs/superpowers/`.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08 · Kente Executive Design · 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texture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00000" y="2800000"/>
            <a:ext cx="89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6F1E7"/>
                </a:solidFill>
                <a:latin typeface="Playfair Display"/>
              </a:rPr>
              <a:t>Kente Executive isn't a theme. It's how OHCS shows up in pixels.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0000" y="80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1411"/>
                </a:solidFill>
                <a:latin typeface="Playfair Display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" y="20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6B22"/>
                </a:solidFill>
                <a:latin typeface="DM Sans"/>
              </a:rPr>
              <a:t>Live URLs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000" y="25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staff-attendance.pages.dev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000" y="29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ohcs-smartgate.pages.dev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0" y="20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6B22"/>
                </a:solidFill>
                <a:latin typeface="DM Sans"/>
              </a:rPr>
              <a:t>Related decks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0" y="25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Deck 12 · The Build Discipline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0" y="29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Deck 10 · The Staff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000" y="630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B6B22"/>
                </a:solidFill>
                <a:latin typeface="DM Sans"/>
              </a:rPr>
              <a:t>Built on Cloudflare's edge · Designed in the Kente Executive 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08 · Kente Executive Design · 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