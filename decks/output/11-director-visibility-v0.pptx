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t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Director Visibility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What leadership actually sees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 dashboard nobody opens is a screenshot. SmartGate delivers the signal to where leadership already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9:00 AM. A Telegram message arrives.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Per-directorate clocked/not-clocked counts. Outlier names. No login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daily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S14-daily-summary.png]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Every weekday at 9:00 sharp.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Per-directorate, with totals.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Outliers surfaced — no scrolling.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Telegram daily summary, real morning.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Visitor arrivals reach the director, not the inbox.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A direct push when a visitor arrives for the directorate — host and director, simultaneously.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Visitor arrival alert — director's phone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S05-telegram-arrival.png]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Visitor name, purpose, time, host.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Tap to acknowledge.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Searchable later — no archive maintenance.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Telegram visitor-arrival message.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Late-clock alerts go where they matter.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A late clock-in pings the director — not the staff member. The conversation that follows is theirs.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Late-clock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S15-late-clock-push.png]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Triggered after the configurable late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Sent to directorate director(s)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Web Push — works with the app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Late-clock notification, lockscreen.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&lt;N07&gt;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Directorate heads receiving the daily summary. Every weekday.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monthly report writes itself.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On the 1st at 9:00 AM, last month's per-directorate breakdown lands. Same format every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A director, on what changed.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"&lt;Q04&gt;"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Visibility isn't a dashboard. It's the signal arriving at the right phone.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06 · The Notifications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02 · SmartGate Spotlight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11 · Director Visibility ·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