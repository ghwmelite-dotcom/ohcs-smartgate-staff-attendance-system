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nte-strip-t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0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00" y="600000"/>
            <a:ext cx="1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6B22"/>
                </a:solidFill>
                <a:latin typeface="DM Sans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2200000"/>
            <a:ext cx="105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0E1411"/>
                </a:solidFill>
                <a:latin typeface="Playfair Display"/>
              </a:rPr>
              <a:t>Roadmap</a:t>
            </a:r>
          </a:p>
        </p:txBody>
      </p:sp>
      <p:pic>
        <p:nvPicPr>
          <p:cNvPr id="5" name="Picture 4" descr="gold-deco-hair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6000" y="3900000"/>
            <a:ext cx="400000" cy="2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0000" y="4100000"/>
            <a:ext cx="10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714"/>
                </a:solidFill>
                <a:latin typeface="DM Sans"/>
              </a:rPr>
              <a:t>Care continues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62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B22"/>
                </a:solidFill>
                <a:latin typeface="DM Sans"/>
              </a:rPr>
              <a:t>For: Executive Leadership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0" y="62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v0 · 2026-05-28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nte-texture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00000" y="2800000"/>
            <a:ext cx="89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F6F1E7"/>
                </a:solidFill>
                <a:latin typeface="Playfair Display"/>
              </a:rPr>
              <a:t>A system that stops getting better starts getting worse. Care isn't optional.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0000" y="800000"/>
            <a:ext cx="10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E1411"/>
                </a:solidFill>
                <a:latin typeface="Playfair Display"/>
              </a:rPr>
              <a:t>What you'll see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13 · Roadmap · 03/14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Automated tests across the API.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Vitest for crypto, auth, offline queue, geofence. Confidence by repetition.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13 · Roadmap · 04/14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Bundle optimisation.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Dynamic-import admin reports and analytics in the VMS app. Smaller initial load, same capability.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13 · Roadmap · 05/14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Component decomposition.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Split CheckInPage (907 LOC) and AdminPage (492 LOC) into focused sub-components. Easier to reason about, faster to change.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13 · Roadmap · 06/14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Shared workspace.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Extract duplicated offlineQueue, tokenStore, pushClient into packages/shared. One source of truth.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13 · Roadmap · 07/14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iOS startup images.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Generate apple-touch-startup-image per device class. A polished launch experience.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13 · Roadmap · 08/14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Manifest shortcuts.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Long-press app icon quick actions — "Clock In Now", "New Visitor". Friction removed.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13 · Roadmap · 09/14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nte-texture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00" y="1500000"/>
            <a:ext cx="105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0" b="1">
                <a:solidFill>
                  <a:srgbClr val="C9A14A"/>
                </a:solidFill>
                <a:latin typeface="Playfair Display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53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6F1E7"/>
                </a:solidFill>
                <a:latin typeface="DM Sans"/>
              </a:rPr>
              <a:t>Roadmap items. Each one specced before any code lands.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13 · Roadmap · 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Care looks like a list.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Open, visible, prioritised. Anyone can read it. Anyone can question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13 · Roadmap · 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Care looks like a process.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Each item gets the spec/plan/execute treatment. Just like everything before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13 · Roadmap · 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nte-texture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00000" y="2800000"/>
            <a:ext cx="89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F6F1E7"/>
                </a:solidFill>
                <a:latin typeface="Playfair Display"/>
              </a:rPr>
              <a:t>The roadmap isn't a wishlist. It's the next set of patient decisions.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0000" y="80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E1411"/>
                </a:solidFill>
                <a:latin typeface="Playfair Display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0000" y="20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6B22"/>
                </a:solidFill>
                <a:latin typeface="DM Sans"/>
              </a:rPr>
              <a:t>Live URLs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0000" y="25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714"/>
                </a:solidFill>
                <a:latin typeface="DM Sans"/>
              </a:rPr>
              <a:t>github.com/ghwmelite-dotcom/OHCS-SmartGate-Staff-Attendance-System#roadmap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0" y="20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6B22"/>
                </a:solidFill>
                <a:latin typeface="DM Sans"/>
              </a:rPr>
              <a:t>Related decks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0" y="25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714"/>
                </a:solidFill>
                <a:latin typeface="DM Sans"/>
              </a:rPr>
              <a:t>Deck 12 · The Build Discipline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0" y="29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714"/>
                </a:solidFill>
                <a:latin typeface="DM Sans"/>
              </a:rPr>
              <a:t>Deck 01 · The Story So Far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6300000"/>
            <a:ext cx="10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B6B22"/>
                </a:solidFill>
                <a:latin typeface="DM Sans"/>
              </a:rPr>
              <a:t>Built on Cloudflare's edge · Designed in the Kente Executive 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13 · Roadmap · 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