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ckup_a_dark_edito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ckup_b_magazine_sp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ckup_c_premium_consul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