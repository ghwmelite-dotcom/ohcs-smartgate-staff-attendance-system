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The Notifications Engine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Three channels, one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notification that doesn't arrive isn't a feature. It's a failure with a logo.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event. Three channels. Whichever the user reads first.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In-app bell, Telegram, Web Push. Redundancy by design, not by accident.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Telegram — the surface leadership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S14-daily-summary.png]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9:00 AM daily summary, weekday cadence.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Per-directorate clocked/not-clocked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HTML-escaped to neutralise injection from user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Daily summary, real morning.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Web Push — for hosts on the move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S15-late-clock-push.png]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VAPID signed, aes128gcm encrypted.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Five whitelisted push types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Delivered even when the app is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Late-clock alert, lockscreen.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Five scheduled jobs run themselves.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08:30 weekday clock-reminders, 09:00 daily summary, 16:00 Friday weekly digest, 09:00 monthly report, 09:00 yearly recap.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Cloudflare cron triggers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S31-wrangler-cron.png]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Schedules are configuration, not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Each cron writes a log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Failures route to the health endpoint.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packages/api/wrangler.toml.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&lt;N09&gt;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Push delivery success rate over the last 7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Five push types. Whitelisted. Auditable.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visitor_arrival, clock_reminder, late_clock_alert, monthly_report_ready, absence_notice. No surprise pushes, 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When push fails, we see it the same day.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 7-day KV-backed counter buckets responses by HTTP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Push health endpoint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S35-push-health.png]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GET /api/admin/health/push — superadmin-gated.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7-day rolling window, per-status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Silent breakage becomes visible breakage.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/api/admin/health/push.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Telegram messages are HTML-safe.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Every user-supplied field is escaped. The bot never renders attacker-controlled 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Notifications are how the system speaks. We made it speak carefully.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/api/admin/health/push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ohcs-smartgate-api.ghwmelite.workers.dev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04 · Security &amp;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11 · Director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06 · The Notifications Engine ·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