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strip-smart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60000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B6B22"/>
                </a:solidFill>
                <a:latin typeface="DM San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200000"/>
            <a:ext cx="10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0E1411"/>
                </a:solidFill>
                <a:latin typeface="Playfair Display"/>
              </a:rPr>
              <a:t>SmartGate</a:t>
            </a:r>
          </a:p>
        </p:txBody>
      </p:sp>
      <p:pic>
        <p:nvPicPr>
          <p:cNvPr id="5" name="Picture 4" descr="gold-deco-hair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00" y="3900000"/>
            <a:ext cx="400000" cy="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000" y="4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A1714"/>
                </a:solidFill>
                <a:latin typeface="DM Sans"/>
              </a:rPr>
              <a:t>Visitor Management 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For: Executive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v0 · 2026-05-28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A logbook tells you who was here yesterday. SmartGate tells you who's here now.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What you'll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03/20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One screen. One workflow. One minute.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Visitor search, host routing, purpose classification — printable badge in under sixty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04/20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The check-in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S01-checkin-form-blank.png]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Existing visitor? Search.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New visitor? Three fields.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Host selection is type-ahead by directorate.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ohcs-smartgate.pages.dev — reception 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05/20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The form, mid-fill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S02-checkin-form-midfill.png]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Purpose is a curated list, not free 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Host's directorate auto-fills.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Submit is one tap.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Same form, second screen.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06/20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The badge prints. The alert fires.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Host knows before the visitor reaches the waiting area.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07/20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The visitor badge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S03-visitor-badge.png]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QR-coded, time-stamped, host-named.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Printable from any device.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Re-issuable if lost.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Badge view, post-submit.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08/20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Three-channel arrival alert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S04-in-app-bell.png]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In-app bell — for hosts at their desk.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Telegram — for hosts on the move.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Web Push — for hosts on mobile, app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Three independent channels, one event.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09/20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Telegram alert, the host's phone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S05-telegram-arrival.png]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Visitor name, purpose, badge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Tap to acknowledge.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Directorate director cc'd automatically.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Telegram bot message, captured 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1500000"/>
            <a:ext cx="105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0" b="1">
                <a:solidFill>
                  <a:srgbClr val="C9A14A"/>
                </a:solidFill>
                <a:latin typeface="Playfair Display"/>
              </a:rPr>
              <a:t>&lt;N02&gt;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53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6F1E7"/>
                </a:solidFill>
                <a:latin typeface="DM Sans"/>
              </a:rPr>
              <a:t>Visitors checked in on an average day. Each one accounted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Reports leadership opens.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Per-directorate, per-category, date-range. PDF export — no special access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Visit reports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S06-visit-report.png]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Filter by directorate, by date, by category.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Sortable, sortable, sortable.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Director-level scoping built 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/admin/reports — director 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PDF export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S07-pdf-export.png]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One-click export.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Server-side rendering — no client memory hog.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Same layout as on-screen — what you see is what you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Exported PDF, first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When connectivity drops, reception doesn't stop.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Queued check-ins replay on reconnect. Idempotent. Lossless.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Offline check-in queue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S22-queue-replay.png]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IndexedDB stores the pending check-in.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Background Sync replays when online.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iOS gets a flush-queue message fallback.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Chrome DevTools — Application → IndexedDB.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One workflow. Six roles. No leakage.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Receptionists check in. Directors see their directorate. Admins see everything. RBAC, enforced.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One feature deserves a quote.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"&lt;Q03&gt;"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SmartGate works because reception didn't have to learn it. They already knew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Live URLs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ohcs-smartgate.pages.dev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9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ohcs-smartgate-api.ghwmelite.workers.dev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Related decks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06 · The Notifications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0" y="29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09 · Reception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0" y="33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11 · Director Visibility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63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6B22"/>
                </a:solidFill>
                <a:latin typeface="DM Sans"/>
              </a:rPr>
              <a:t>Built on Cloudflare's edge · Designed in the Kente Executive 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02 · SmartGate — Visitor Management ·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