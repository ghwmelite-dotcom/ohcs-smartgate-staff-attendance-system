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GPS Geofence Precision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A circle that respects your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The hardest part of a geofence is being right when the GPS isn't.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 75-metre fence around OHCS HQ.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Centre at 5.55269 N, -0.19752 E. Tight enough to mean something, wide enough to be fair.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fence on a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S16-hq-map-fence.png]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Centre point at the main 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75-metre radius.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Covers reception, courtyard, parking.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Google Maps with the fence drawn for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GPS lies. Honestly.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Every reading comes with a reported accuracy in metres. We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Clock-in, weak signal at the boundary — accepted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S09-clockin-weak-gps.png]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Reading 70m from centre, 40m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Buffer scales — fence becomes effective 115m.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Real user, real building, real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Edge case validated in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Clock-in, clearly outside — rejected with reasons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S10-clockin-rejected.png]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Reading 250m from centre.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Even with worst-case accuracy, still outside.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User sees distance + accuracy +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Honest rejection at a coffee shop nearby.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&lt;N04&gt;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First-try success rate, inside the geofence.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retrace fix that turned approximation into precision.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Replaced a 3-building rectangle hack with proper Haversine + accuracy buffer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Commit 59b564a — the precision retrace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S17-geofence-commit.png]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Before — a 3-building approximation, brittle and unfair.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After — Haversine distance + reported-accuracy buffer.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Specced, planned, executed — same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github.com — commit 59b564a.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Honest rejections beat clever workarounds.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Users trust the system because the system tells them the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Geofences fail when they pretend GPS is perfect. Ours assumes it isn't.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github.com/ghwmelite-dotcom/OHCS-SmartGate-Staff-Attendance-System/commit/59b564a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03 · Staff Attendance 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12 · The Build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07 · GPS Geofence Precision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