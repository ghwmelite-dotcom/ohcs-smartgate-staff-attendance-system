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smart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VMS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SmartGate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Visitor Management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 logbook tells you who was here yesterday. SmartGate tells you who's here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One screen. One workflow. One minute.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Visitor search, host routing, purpose classification — printable badge in under sixty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check-in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S01-checkin-form-blank.png]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Existing visitor?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New visitor? Three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Host selection is type-ahead by directorate.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ohcs-smartgate.pages.dev — reception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badge prints. The alert fires.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Host knows before the visitor reaches the waiting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visitor badge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S03-visitor-badge.png]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QR-coded, time-stamped, host-named.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Printable from any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Re-issuable if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Badge view, post-submit.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Telegram alert, the host's phone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S05-telegram-arrival.png]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Visitor name, purpose, badge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Tap to acknowledge.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Directorate director cc'd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One of three independent channels — in-app, Telegram, Web Push.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&lt;N02&gt;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Visitors checked in on an average day. Each one accounted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Reports leadership opens.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Per-directorate, per-category, date-range. PDF export — no special access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Visit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S06-visit-report.png]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Filter by directorate, by date, by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Director-level scoping built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One-click PDF export — server-side rendering.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/admin/reports — director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When connectivity drops, reception doesn't stop.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Queued check-ins replay on reconnect. Idempotent. Lossless.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One feature deserves a quote.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"&lt;Q03&gt;"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SmartGate works because reception didn't have to learn it. They already knew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ohcs-smartgate-api.ghwmelite.workers.dev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Companion deck — Staff Attendance: Clocking In,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VMS · SmartGate — Visitor Management ·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