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strip-t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6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6B22"/>
                </a:solidFill>
                <a:latin typeface="DM San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2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E1411"/>
                </a:solidFill>
                <a:latin typeface="Playfair Display"/>
              </a:rPr>
              <a:t>The Staff Experience</a:t>
            </a:r>
          </a:p>
        </p:txBody>
      </p:sp>
      <p:pic>
        <p:nvPicPr>
          <p:cNvPr id="5" name="Picture 4" descr="gold-deco-hair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000" y="3900000"/>
            <a:ext cx="400000" cy="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000" y="41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714"/>
                </a:solidFill>
                <a:latin typeface="DM Sans"/>
              </a:rPr>
              <a:t>One officer's morning, frame by 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For: Executive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v0 · 2026-05-28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A great clock-in is one you stop thinking about. Ours got out of the 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What you'll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10 · The Staff Experience · 03/16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First login is a moment, not a friction point.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Enforced PIN change with clear language and no jargon.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10 · The Staff Experience · 04/16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Enforced PIN change, first login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S11-first-login-pin.png]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Triggered automatically on default PIN.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Validates length + variety.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Confirmation field reduces silent re-entry.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First login, fresh account.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10 · The Staff Experience · 05/16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The clock-in takes four seconds.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Tap. Camera opens. GPS confirms. Done.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10 · The Staff Experience · 06/16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A successful clock-in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S25-clock-page-hero.png]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Magnetic-hover buttons feel intentional.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Streak counter ticks immediately.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Confetti — quietly celebratory.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Clock page, in motion.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10 · The Staff Experience · 07/16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Streak banner — the quiet recognition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S12-streak-banner.png]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Yesterday counts. Today builds. Tomorrow continues.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Best-ever stays remembered.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Recognition, not gamification.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Clock page hero — streak module.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10 · The Staff Experience · 08/16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1500000"/>
            <a:ext cx="105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0" b="1">
                <a:solidFill>
                  <a:srgbClr val="C9A14A"/>
                </a:solidFill>
                <a:latin typeface="Playfair Display"/>
              </a:rPr>
              <a:t>&lt;N03&gt;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53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6F1E7"/>
                </a:solidFill>
                <a:latin typeface="DM Sans"/>
              </a:rPr>
              <a:t>Clock-ins recorded. Each one a quiet morning's start.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10 · The Staff Experience · 09/16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Absence is a flow, not a phone call.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Sick, family emergency, transport, other. Optional note. Optional return.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10 · The Staff Experience · 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Absence notice modal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S13-absence-modal.png]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One self-service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Directors notified immediately.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Morning clock-reminder suppressed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Absence modal, in-progress.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10 · The Staff Experience · 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The eBadge — staff identity, in the pocket.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Digital, scannable, refreshable. The paper card retires.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10 · The Staff Experience · 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Two apps, distinct icons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S24-home-screen-icons.png]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Green clock badge for Staff Attendance.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Gold user-plus badge for SmartGate.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Find the right app at a glance.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Home screen, both apps installed.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10 · The Staff Experience · 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One staff voice.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"&lt;Q05&gt;"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10 · The Staff Experience · 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Attendance is dignity. The system treats it that way.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Live URLs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staff-attendance.pages.dev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Related decks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03 · Staff Attendance Spotlight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0" y="2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07 · GPS Geofence 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0" y="33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08 · Kente Executive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000" y="63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6B22"/>
                </a:solidFill>
                <a:latin typeface="DM Sans"/>
              </a:rPr>
              <a:t>Built on Cloudflare's edge · Designed in the Kente Executive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10 · The Staff Experience · 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