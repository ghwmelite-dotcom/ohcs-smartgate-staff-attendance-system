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e-strip-flags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0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0" y="600000"/>
            <a:ext cx="1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B6B22"/>
                </a:solidFill>
                <a:latin typeface="DM San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000" y="2200000"/>
            <a:ext cx="105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0E1411"/>
                </a:solidFill>
                <a:latin typeface="Playfair Display"/>
              </a:rPr>
              <a:t>OHCS SmartGate &amp; Staff Attendance</a:t>
            </a:r>
          </a:p>
        </p:txBody>
      </p:sp>
      <p:pic>
        <p:nvPicPr>
          <p:cNvPr id="5" name="Picture 4" descr="gold-deco-hair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6000" y="3900000"/>
            <a:ext cx="400000" cy="2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000" y="410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A1714"/>
                </a:solidFill>
                <a:latin typeface="DM Sans"/>
              </a:rPr>
              <a:t>The story so far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2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For: Executive Leadership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2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v0 · 2026-05-28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e-texture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00000" y="2800000"/>
            <a:ext cx="89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F6F1E7"/>
                </a:solidFill>
                <a:latin typeface="Playfair Display"/>
              </a:rPr>
              <a:t>Before SmartGate, OHCS knew who arrived only when someone signed a book.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0000" y="800000"/>
            <a:ext cx="10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1411"/>
                </a:solidFill>
                <a:latin typeface="Playfair Display"/>
              </a:rPr>
              <a:t>What you'll see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01 · The Story So Far · 03/18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Two installable apps. One quiet system.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SmartGate for visitors. Staff Attendance for officers. Both on every phone, both invisible until needed.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01 · The Story So Far · 04/18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The two apps, side by side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S24-home-screen-icons.png]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Gold badge — SmartGate visitor management.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0000" y="2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②  Green badge — Staff Attendance.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0000" y="41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③  Distinct enough to find in two seconds.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Both PWAs installed to the home screen, same device.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01 · The Story So Far · 05/18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Edge-delivered. Sub-100ms across West Africa.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Cloudflare Workers, D1, KV, R2 — globally distributed, locally fast.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01 · The Story So Far · 06/18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Architecture in one diagram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architecture-diagram.png]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Two PWAs on Cloudflare Pages.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0000" y="2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②  One Hono-based Worker API.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0000" y="41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③  D1 for data, KV for sessions, R2 for photos.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docs/architecture overview.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01 · The Story So Far · 07/18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e-texture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0" y="1500000"/>
            <a:ext cx="10500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0" b="1">
                <a:solidFill>
                  <a:srgbClr val="C9A14A"/>
                </a:solidFill>
                <a:latin typeface="Playfair Display"/>
              </a:rPr>
              <a:t>&lt;N03&gt;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000" y="53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6F1E7"/>
                </a:solidFill>
                <a:latin typeface="DM Sans"/>
              </a:rPr>
              <a:t>Verified clock-ins recorded to date.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01 · The Story So Far · 08/18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Reception used to fill out a book. Now it's three taps.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Visitor search, host selection, purpose tag — printable badge in under a minute.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01 · The Story So Far · 09/18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SmartGate in production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S03-visitor-badge.png]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Host gets the alert before the visitor sits down.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0000" y="2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②  Directorate leadership cc'd automatically.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0000" y="41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③  Reports any director can pull in seconds.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ohcs-smartgate.pages.dev, captured May 2026.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01 · The Story So Far · 10/18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Officers clock in from where they actually are.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75-metre GPS fence around OHCS HQ. Accuracy-aware. Honest about its margins.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01 · The Story So Far · 11/18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Staff Attendance, live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S08-clockin-success.png]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Tap once. Camera opens. Inside the fence — done.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0000" y="2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②  Streak counter ticks. Best-ever stays remembered.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0000" y="41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③  Telegram summary to leadership at 9:00 AM sharp.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staff-attendance.pages.dev, captured May 2026.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01 · The Story So Far · 12/18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When the Wi-Fi drops, the work doesn't.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Both apps queue mutations locally and replay them on reconnect.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01 · The Story So Far · 13/18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Security shipped in writing.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Twelve fixes. Constant-time PIN. Self-hosted Web Push. RBAC. Audited migrations.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01 · The Story So Far · 14/18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Designed in a civic register.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Kente Executive — Playfair Display, gold deco, Ghanaian Kente texture. Cultural, not decorative.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01 · The Story So Far · 15/18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Care continues.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Automated tests, bundle optimisation, manifest shortcuts, iOS startup images — stewardship, not unfinished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01 · The Story So Far · 16/18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e-texture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00000" y="2800000"/>
            <a:ext cx="89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F6F1E7"/>
                </a:solidFill>
                <a:latin typeface="Playfair Display"/>
              </a:rPr>
              <a:t>SmartGate isn't a product. It's how OHCS shows up for itself.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0000" y="800000"/>
            <a:ext cx="10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1411"/>
                </a:solidFill>
                <a:latin typeface="Playfair Display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" y="20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6B22"/>
                </a:solidFill>
                <a:latin typeface="DM Sans"/>
              </a:rPr>
              <a:t>Live URLs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0000" y="25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714"/>
                </a:solidFill>
                <a:latin typeface="DM Sans"/>
              </a:rPr>
              <a:t>staff-attendance.pages.dev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0000" y="29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714"/>
                </a:solidFill>
                <a:latin typeface="DM Sans"/>
              </a:rPr>
              <a:t>ohcs-smartgate.pages.dev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0000" y="33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714"/>
                </a:solidFill>
                <a:latin typeface="DM Sans"/>
              </a:rPr>
              <a:t>ohcs-smartgate-api.ghwmelite.workers.dev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0" y="20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6B22"/>
                </a:solidFill>
                <a:latin typeface="DM Sans"/>
              </a:rPr>
              <a:t>Related decks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0" y="25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714"/>
                </a:solidFill>
                <a:latin typeface="DM Sans"/>
              </a:rPr>
              <a:t>Deck 02 · SmartGate Spotlight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0" y="29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714"/>
                </a:solidFill>
                <a:latin typeface="DM Sans"/>
              </a:rPr>
              <a:t>Deck 03 · Staff Attendance Spotlight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00000" y="33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714"/>
                </a:solidFill>
                <a:latin typeface="DM Sans"/>
              </a:rPr>
              <a:t>Deck 13 · Roadmap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0000" y="6300000"/>
            <a:ext cx="10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B6B22"/>
                </a:solidFill>
                <a:latin typeface="DM Sans"/>
              </a:rPr>
              <a:t>Built on Cloudflare's edge · Designed in the Kente Executive language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01 · The Story So Far · 18/18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