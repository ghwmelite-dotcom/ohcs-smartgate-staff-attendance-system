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strip-flag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60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6B22"/>
                </a:solidFill>
                <a:latin typeface="DM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2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E1411"/>
                </a:solidFill>
                <a:latin typeface="Playfair Display"/>
              </a:rPr>
              <a:t>OHCS SmartGate &amp; Staff Attendance</a:t>
            </a:r>
          </a:p>
        </p:txBody>
      </p:sp>
      <p:pic>
        <p:nvPicPr>
          <p:cNvPr id="5" name="Picture 4" descr="gold-deco-h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00" y="3900000"/>
            <a:ext cx="400000" cy="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000" y="410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714"/>
                </a:solidFill>
                <a:latin typeface="DM Sans"/>
              </a:rPr>
              <a:t>The story so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For: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2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v0 ·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Before SmartGate, OHCS knew who arrived only when someone signed a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03/14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Two installable apps. One quiet system.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SmartGate for visitors. Staff Attendance for officers. Both on every phone, both invisible until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04/14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The two apps,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S24-home-screen-icons.png]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Gold badge — SmartGate visitor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Green badge — Staff Attendance.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Distinct enough to find in two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Both PWAs installed to the home screen, same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05/14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Edge-delivered. Sub-100ms across West Africa.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Cloudflare Workers, D1, KV, R2 — globally distributed, locally fast.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06/14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Architecture in one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architecture-diagram.png]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Two PWAs on Cloudflare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One Hono-based Worker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D1 for data, KV for sessions, R2 for photos.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docs/architecture overview.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07/14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00" y="1500000"/>
            <a:ext cx="10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>
                <a:solidFill>
                  <a:srgbClr val="C9A14A"/>
                </a:solidFill>
                <a:latin typeface="Playfair Display"/>
              </a:rPr>
              <a:t>&lt;N03&gt;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6F1E7"/>
                </a:solidFill>
                <a:latin typeface="DM Sans"/>
              </a:rPr>
              <a:t>Verified clock-ins recorded to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08/14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Reception used to fill out a book. Now it's three taps.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Visitor search, host selection, purpose tag — printable badge in under a minute.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09/14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SmartGate in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S03-visitor-badge.png]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Host gets the alert before the visitor sits down.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Directorate leadership cc'd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Reports any director can pull in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ohcs-smartgate.pages.dev, captured May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2200000"/>
            <a:ext cx="97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E1411"/>
                </a:solidFill>
                <a:latin typeface="Playfair Display"/>
              </a:rPr>
              <a:t>Officers clock in from where they actually are.</a:t>
            </a:r>
          </a:p>
        </p:txBody>
      </p:sp>
      <p:pic>
        <p:nvPicPr>
          <p:cNvPr id="3" name="Picture 2" descr="gold-deco-hai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000" y="3800000"/>
            <a:ext cx="400000" cy="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00000" y="4100000"/>
            <a:ext cx="91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A1714"/>
                </a:solidFill>
                <a:latin typeface="DM Sans"/>
              </a:rPr>
              <a:t>75-metre GPS fence around OHCS HQ. Accuracy-aware. Honest about its margins.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5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1411"/>
                </a:solidFill>
                <a:latin typeface="DM Sans"/>
              </a:rPr>
              <a:t>Staff Attendance,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0000" y="1500000"/>
            <a:ext cx="5800000" cy="4500000"/>
          </a:xfrm>
          <a:prstGeom prst="rect">
            <a:avLst/>
          </a:prstGeom>
          <a:solidFill>
            <a:srgbClr val="FBF7EF"/>
          </a:solidFill>
          <a:ln>
            <a:solidFill>
              <a:srgbClr val="D8C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8B6B22"/>
                </a:solidFill>
                <a:latin typeface="DM Sans"/>
              </a:rPr>
              <a:t>[REPLACE: S08-clockin-success.png]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00000" y="15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①  Tap once. Camera opens. Inside the fence — done.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28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②  Streak counter ticks. Best-ever stays remembered.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0000" y="4100000"/>
            <a:ext cx="42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714"/>
                </a:solidFill>
                <a:latin typeface="DM Sans"/>
              </a:rPr>
              <a:t>③  Telegram summary to leadership at 9:00 AM sharp.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61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B22"/>
                </a:solidFill>
                <a:latin typeface="DM Sans"/>
              </a:rPr>
              <a:t>staff-attendance.pages.dev, captured May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nte-texture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000" y="2800000"/>
            <a:ext cx="89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F6F1E7"/>
                </a:solidFill>
                <a:latin typeface="Playfair Display"/>
              </a:rPr>
              <a:t>SmartGate isn't a product. It's how OHCS shows up for itself.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80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411"/>
                </a:solidFill>
                <a:latin typeface="Playfair Display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Live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staff-attendance.pages.dev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ohcs-smartgate.pages.dev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3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ohcs-smartgate-api.ghwmelite.workers.dev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0" y="20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B22"/>
                </a:solidFill>
                <a:latin typeface="DM Sans"/>
              </a:rPr>
              <a:t>Related decks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0" y="25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02 · SmartGate Spotlight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03 · Staff Attendance Spotlight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0" y="33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14"/>
                </a:solidFill>
                <a:latin typeface="DM Sans"/>
              </a:rPr>
              <a:t>Deck 13 ·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000" y="6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B22"/>
                </a:solidFill>
                <a:latin typeface="DM Sans"/>
              </a:rPr>
              <a:t>Built on Cloudflare's edge · Designed in the Kente Executive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0" y="650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D8CFBE"/>
                </a:solidFill>
                <a:latin typeface="DM Sans"/>
              </a:rPr>
              <a:t>01 · The Story So Far ·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