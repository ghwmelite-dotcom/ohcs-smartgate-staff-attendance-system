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strip-sta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6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6B22"/>
                </a:solidFill>
                <a:latin typeface="DM Sans"/>
              </a:rPr>
              <a:t>STAFF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2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E1411"/>
                </a:solidFill>
                <a:latin typeface="Playfair Display"/>
              </a:rPr>
              <a:t>Staff Attendance</a:t>
            </a:r>
          </a:p>
        </p:txBody>
      </p:sp>
      <p:pic>
        <p:nvPicPr>
          <p:cNvPr id="5" name="Picture 4" descr="gold-deco-hair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00" y="3900000"/>
            <a:ext cx="400000" cy="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000" y="41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714"/>
                </a:solidFill>
                <a:latin typeface="DM Sans"/>
              </a:rPr>
              <a:t>Clocking in, honestly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For: Executive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v0 ·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A paper sheet records that you were here. Staff Attendance records that you arrived.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What you'll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STAFF · Staff Attendance · 03/15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First login is a moment, not a friction point.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Enforced PIN change with clear language, gentle motion, no jargon.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STAFF · Staff Attendance · 04/15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The 75-metre circle isn't a circle.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It's a circle plus your phone's reported GPS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STAFF · Staff Attendance · 05/15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Clock-in, GPS clean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S08-clockin-success.png]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Accuracy ≤15m, inside fence — instant approval.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Camera-verified selfie on capture.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Streak counter ticks.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Typical clock-in, captured 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STAFF · Staff Attendance · 06/15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Clock-in rejected, clearly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S10-clockin-rejected.png]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200m+ outside — clear distance shown.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GPS accuracy shown alongside.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User knows exactly why and 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Honest rejection, captured.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STAFF · Staff Attendance · 07/15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1500000"/>
            <a:ext cx="10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>
                <a:solidFill>
                  <a:srgbClr val="C9A14A"/>
                </a:solidFill>
                <a:latin typeface="Playfair Display"/>
              </a:rPr>
              <a:t>&lt;N04&gt;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53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6F1E7"/>
                </a:solidFill>
                <a:latin typeface="DM Sans"/>
              </a:rPr>
              <a:t>First-try success rate inside the geofence.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STAFF · Staff Attendance · 08/15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Streaks turn habit into recognition.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Consecutive working-day counter. "Best-ever" stays remembered.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STAFF · Staff Attendance · 09/15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Streak banner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S12-streak-banner.png]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Yesterday counts. Today builds. Tomorrow continues.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Best-ever displayed alongside current.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Quietly celebratory, not gamified-to-death.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Clock page hero — streak module.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STAFF · Staff Attendance ·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Absence is a flow, not a phone call.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Sick, family emergency, transport, other. Optional note. Optional return 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STAFF · Staff Attendance ·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Leadership reads the summary, not the spreadsheet.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Telegram message at 9:00 AM weekdays. Per-directorate breakdown. One screen.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STAFF · Staff Attendance ·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One staff voice on what's changed.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"&lt;Q05&gt;"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STAFF · Staff Attendance ·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Attendance is dignity. SmartGate treats it that way.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Live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staff-attendance.pages.dev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Related decks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Companion deck — SmartGate: Visitor Management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0" y="63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6B22"/>
                </a:solidFill>
                <a:latin typeface="DM Sans"/>
              </a:rPr>
              <a:t>Built on Cloudflare's edge · Designed in the Kente Executive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STAFF · Staff Attendance ·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