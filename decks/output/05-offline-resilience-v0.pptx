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strip-t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0" y="60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6B22"/>
                </a:solidFill>
                <a:latin typeface="DM San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2200000"/>
            <a:ext cx="105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E1411"/>
                </a:solidFill>
                <a:latin typeface="Playfair Display"/>
              </a:rPr>
              <a:t>Offline-First Resilience</a:t>
            </a:r>
          </a:p>
        </p:txBody>
      </p:sp>
      <p:pic>
        <p:nvPicPr>
          <p:cNvPr id="5" name="Picture 4" descr="gold-deco-hair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000" y="3900000"/>
            <a:ext cx="400000" cy="2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000" y="410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714"/>
                </a:solidFill>
                <a:latin typeface="DM Sans"/>
              </a:rPr>
              <a:t>When the Wi-Fi drops, the work doesn't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2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For: Executive Leadership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2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v0 · 2026-05-28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textur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0000" y="2800000"/>
            <a:ext cx="89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6F1E7"/>
                </a:solidFill>
                <a:latin typeface="Playfair Display"/>
              </a:rPr>
              <a:t>Most apps tell you to try again later. SmartGate gets on with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0000" y="800000"/>
            <a:ext cx="10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1411"/>
                </a:solidFill>
                <a:latin typeface="Playfair Display"/>
              </a:rPr>
              <a:t>What you'll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05 · Offline-First Resilience · 03/14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The banner is honest. The work is unbroken.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A persistent indicator tells the user we're offline. A queue keeps accepting their actions anyway.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05 · Offline-First Resilience · 04/14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Offline banner, staff app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S21-offline-banner.png]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Subtle, persistent, dismissible.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Mutations queued silently in the background.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User keeps clocking, keeps checking in visitors.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staff-attendance.pages.dev, airplane mode.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05 · Offline-First Resilience · 05/14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IndexedDB is the buffer.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Every action that would mutate the server is staged locally 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05 · Offline-First Resilience · 06/14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The queue in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S22-queue-replay.png]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Mutations stored in IndexedDB with a unique idempotency key.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Background Sync API triggers replay on reconnect.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iOS falls back to a flush-queue message.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Chrome DevTools — Application → IndexedDB.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05 · Offline-First Resilience · 07/14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Replay is idempotent.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Same request twice produces the same result. No duplicate clock-ins, ever.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05 · Offline-First Resilience · 08/14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textur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0" y="1500000"/>
            <a:ext cx="105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0" b="1">
                <a:solidFill>
                  <a:srgbClr val="C9A14A"/>
                </a:solidFill>
                <a:latin typeface="Playfair Display"/>
              </a:rPr>
              <a:t>&lt;N10&gt;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53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6F1E7"/>
                </a:solidFill>
                <a:latin typeface="DM Sans"/>
              </a:rPr>
              <a:t>Offline-queued mutations replayed successfully. Zero losses.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05 · Offline-First Resilience · 09/14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Installable. Updatable. Distinct.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Both apps install to the home screen with branded icons that don't look alike.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05 · Offline-First Resilience ·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Two icons, instantly recognisable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S24-home-screen-icons.png]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Green clock badge for Staff Attendance.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Gold user-plus badge for SmartGate.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One glance to the right app.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iOS home screen with both PWAs installed.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05 · Offline-First Resilience ·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Service worker, hand-rolled.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No PWA framework. Just the platform — for control and clarity.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05 · Offline-First Resilience ·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textur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0000" y="2800000"/>
            <a:ext cx="89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6F1E7"/>
                </a:solidFill>
                <a:latin typeface="Playfair Display"/>
              </a:rPr>
              <a:t>Offline isn't a feature. It's the default state of a building you can't always reach.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0000" y="80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1411"/>
                </a:solidFill>
                <a:latin typeface="Playfair Display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" y="20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6B22"/>
                </a:solidFill>
                <a:latin typeface="DM Sans"/>
              </a:rPr>
              <a:t>Live URLs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25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staff-attendance.pages.dev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000" y="29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ohcs-smartgate.pages.dev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0" y="20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6B22"/>
                </a:solidFill>
                <a:latin typeface="DM Sans"/>
              </a:rPr>
              <a:t>Related decks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0" y="25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Deck 02 · SmartGate Spotlight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0" y="29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Deck 12 · The Build Discipline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000" y="63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B6B22"/>
                </a:solidFill>
                <a:latin typeface="DM Sans"/>
              </a:rPr>
              <a:t>Built on Cloudflare's edge · Designed in the Kente Executive 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05 · Offline-First Resilience ·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